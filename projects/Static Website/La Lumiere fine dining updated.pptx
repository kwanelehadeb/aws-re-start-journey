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761475-54BE-4D86-B90C-4DFD98A4D68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12D7C44-7F0C-4C8D-8BE3-5C68C5163CED}">
      <dgm:prSet/>
      <dgm:spPr/>
      <dgm:t>
        <a:bodyPr/>
        <a:lstStyle/>
        <a:p>
          <a:r>
            <a:rPr lang="en-ZA"/>
            <a:t>Hard to track customer's orders leading to repeating orders </a:t>
          </a:r>
          <a:endParaRPr lang="en-US"/>
        </a:p>
      </dgm:t>
    </dgm:pt>
    <dgm:pt modelId="{4FDF1A4E-DFB2-4B1B-B21F-5121ABD41455}" type="parTrans" cxnId="{765F0EDB-0740-4D94-B16E-E22265BE1381}">
      <dgm:prSet/>
      <dgm:spPr/>
      <dgm:t>
        <a:bodyPr/>
        <a:lstStyle/>
        <a:p>
          <a:endParaRPr lang="en-US"/>
        </a:p>
      </dgm:t>
    </dgm:pt>
    <dgm:pt modelId="{94E1F84B-F3A1-40EB-94F7-A0DB1989DE2F}" type="sibTrans" cxnId="{765F0EDB-0740-4D94-B16E-E22265BE1381}">
      <dgm:prSet/>
      <dgm:spPr/>
      <dgm:t>
        <a:bodyPr/>
        <a:lstStyle/>
        <a:p>
          <a:endParaRPr lang="en-US"/>
        </a:p>
      </dgm:t>
    </dgm:pt>
    <dgm:pt modelId="{4A97795E-D896-4FB3-8675-736711AA3549}">
      <dgm:prSet/>
      <dgm:spPr/>
      <dgm:t>
        <a:bodyPr/>
        <a:lstStyle/>
        <a:p>
          <a:r>
            <a:rPr lang="en-ZA"/>
            <a:t>No online booking option </a:t>
          </a:r>
          <a:endParaRPr lang="en-US"/>
        </a:p>
      </dgm:t>
    </dgm:pt>
    <dgm:pt modelId="{B05C04D8-D08C-46A7-A3D6-FDDDE4144BF2}" type="parTrans" cxnId="{DF581E9E-C4A6-457B-A3AB-DC1E15943EAE}">
      <dgm:prSet/>
      <dgm:spPr/>
      <dgm:t>
        <a:bodyPr/>
        <a:lstStyle/>
        <a:p>
          <a:endParaRPr lang="en-US"/>
        </a:p>
      </dgm:t>
    </dgm:pt>
    <dgm:pt modelId="{71AFE06C-BBBA-4AFF-93E0-E54E1CFDD8E6}" type="sibTrans" cxnId="{DF581E9E-C4A6-457B-A3AB-DC1E15943EAE}">
      <dgm:prSet/>
      <dgm:spPr/>
      <dgm:t>
        <a:bodyPr/>
        <a:lstStyle/>
        <a:p>
          <a:endParaRPr lang="en-US"/>
        </a:p>
      </dgm:t>
    </dgm:pt>
    <dgm:pt modelId="{CE42158A-4F88-4A9D-BF08-2D6AE8E14071}">
      <dgm:prSet/>
      <dgm:spPr/>
      <dgm:t>
        <a:bodyPr/>
        <a:lstStyle/>
        <a:p>
          <a:r>
            <a:rPr lang="en-ZA"/>
            <a:t>Costly to scale operations</a:t>
          </a:r>
          <a:endParaRPr lang="en-US"/>
        </a:p>
      </dgm:t>
    </dgm:pt>
    <dgm:pt modelId="{F1E977EC-7BEA-4B59-BDDE-BDAD12052872}" type="parTrans" cxnId="{D81A4D19-3D84-40A1-93E7-6DCADFD028DF}">
      <dgm:prSet/>
      <dgm:spPr/>
      <dgm:t>
        <a:bodyPr/>
        <a:lstStyle/>
        <a:p>
          <a:endParaRPr lang="en-US"/>
        </a:p>
      </dgm:t>
    </dgm:pt>
    <dgm:pt modelId="{AE0FF62C-D280-4324-BDD2-E9926379E1A5}" type="sibTrans" cxnId="{D81A4D19-3D84-40A1-93E7-6DCADFD028DF}">
      <dgm:prSet/>
      <dgm:spPr/>
      <dgm:t>
        <a:bodyPr/>
        <a:lstStyle/>
        <a:p>
          <a:endParaRPr lang="en-US"/>
        </a:p>
      </dgm:t>
    </dgm:pt>
    <dgm:pt modelId="{75FD9EF3-AEA3-4434-A7E3-90302E729A97}">
      <dgm:prSet/>
      <dgm:spPr/>
      <dgm:t>
        <a:bodyPr/>
        <a:lstStyle/>
        <a:p>
          <a:r>
            <a:rPr lang="en-ZA"/>
            <a:t>Mix-ups of orders </a:t>
          </a:r>
          <a:endParaRPr lang="en-US"/>
        </a:p>
      </dgm:t>
    </dgm:pt>
    <dgm:pt modelId="{2E5E78A9-3AA4-487C-B986-6D6688B01102}" type="parTrans" cxnId="{9DD4145A-F51B-45FA-A9DD-69920B84BD54}">
      <dgm:prSet/>
      <dgm:spPr/>
      <dgm:t>
        <a:bodyPr/>
        <a:lstStyle/>
        <a:p>
          <a:endParaRPr lang="en-US"/>
        </a:p>
      </dgm:t>
    </dgm:pt>
    <dgm:pt modelId="{99AC2231-2906-49D5-9C3E-882E56854B36}" type="sibTrans" cxnId="{9DD4145A-F51B-45FA-A9DD-69920B84BD54}">
      <dgm:prSet/>
      <dgm:spPr/>
      <dgm:t>
        <a:bodyPr/>
        <a:lstStyle/>
        <a:p>
          <a:endParaRPr lang="en-US"/>
        </a:p>
      </dgm:t>
    </dgm:pt>
    <dgm:pt modelId="{B52B19CE-431B-45F9-852B-27E208C5ADEA}" type="pres">
      <dgm:prSet presAssocID="{98761475-54BE-4D86-B90C-4DFD98A4D68C}" presName="vert0" presStyleCnt="0">
        <dgm:presLayoutVars>
          <dgm:dir/>
          <dgm:animOne val="branch"/>
          <dgm:animLvl val="lvl"/>
        </dgm:presLayoutVars>
      </dgm:prSet>
      <dgm:spPr/>
    </dgm:pt>
    <dgm:pt modelId="{904DA5F9-8255-4ACA-AABB-9A827E921CD2}" type="pres">
      <dgm:prSet presAssocID="{012D7C44-7F0C-4C8D-8BE3-5C68C5163CED}" presName="thickLine" presStyleLbl="alignNode1" presStyleIdx="0" presStyleCnt="4"/>
      <dgm:spPr/>
    </dgm:pt>
    <dgm:pt modelId="{21760B72-92D1-46DA-A55B-AB365F79620A}" type="pres">
      <dgm:prSet presAssocID="{012D7C44-7F0C-4C8D-8BE3-5C68C5163CED}" presName="horz1" presStyleCnt="0"/>
      <dgm:spPr/>
    </dgm:pt>
    <dgm:pt modelId="{5B54DAE9-EBFA-4CCD-BCB5-8AFAF11D08AE}" type="pres">
      <dgm:prSet presAssocID="{012D7C44-7F0C-4C8D-8BE3-5C68C5163CED}" presName="tx1" presStyleLbl="revTx" presStyleIdx="0" presStyleCnt="4"/>
      <dgm:spPr/>
    </dgm:pt>
    <dgm:pt modelId="{3F6C8EC4-3A74-4B12-B47F-39F6288954D3}" type="pres">
      <dgm:prSet presAssocID="{012D7C44-7F0C-4C8D-8BE3-5C68C5163CED}" presName="vert1" presStyleCnt="0"/>
      <dgm:spPr/>
    </dgm:pt>
    <dgm:pt modelId="{826B0A1A-5E76-475F-8BFF-B10AC881A878}" type="pres">
      <dgm:prSet presAssocID="{4A97795E-D896-4FB3-8675-736711AA3549}" presName="thickLine" presStyleLbl="alignNode1" presStyleIdx="1" presStyleCnt="4"/>
      <dgm:spPr/>
    </dgm:pt>
    <dgm:pt modelId="{C12C35C2-BB05-4872-ACF7-15115860B0AB}" type="pres">
      <dgm:prSet presAssocID="{4A97795E-D896-4FB3-8675-736711AA3549}" presName="horz1" presStyleCnt="0"/>
      <dgm:spPr/>
    </dgm:pt>
    <dgm:pt modelId="{FC9EA7C4-B454-4BA2-B23D-18A8CA996CAF}" type="pres">
      <dgm:prSet presAssocID="{4A97795E-D896-4FB3-8675-736711AA3549}" presName="tx1" presStyleLbl="revTx" presStyleIdx="1" presStyleCnt="4"/>
      <dgm:spPr/>
    </dgm:pt>
    <dgm:pt modelId="{7EABD357-FDA6-44A3-BFD3-18C6EE6F7A9F}" type="pres">
      <dgm:prSet presAssocID="{4A97795E-D896-4FB3-8675-736711AA3549}" presName="vert1" presStyleCnt="0"/>
      <dgm:spPr/>
    </dgm:pt>
    <dgm:pt modelId="{F5F7AB4F-42E4-4E7A-A2B0-9B239C7F04B5}" type="pres">
      <dgm:prSet presAssocID="{CE42158A-4F88-4A9D-BF08-2D6AE8E14071}" presName="thickLine" presStyleLbl="alignNode1" presStyleIdx="2" presStyleCnt="4"/>
      <dgm:spPr/>
    </dgm:pt>
    <dgm:pt modelId="{609E00F2-0A10-4BCA-AE02-BA5FDF28B67B}" type="pres">
      <dgm:prSet presAssocID="{CE42158A-4F88-4A9D-BF08-2D6AE8E14071}" presName="horz1" presStyleCnt="0"/>
      <dgm:spPr/>
    </dgm:pt>
    <dgm:pt modelId="{0DF2C324-79BB-4BCB-9596-CC32519EA396}" type="pres">
      <dgm:prSet presAssocID="{CE42158A-4F88-4A9D-BF08-2D6AE8E14071}" presName="tx1" presStyleLbl="revTx" presStyleIdx="2" presStyleCnt="4"/>
      <dgm:spPr/>
    </dgm:pt>
    <dgm:pt modelId="{509318C1-C0A9-4DA1-A08A-37279AB84AB0}" type="pres">
      <dgm:prSet presAssocID="{CE42158A-4F88-4A9D-BF08-2D6AE8E14071}" presName="vert1" presStyleCnt="0"/>
      <dgm:spPr/>
    </dgm:pt>
    <dgm:pt modelId="{7795C421-7FE1-4711-A5F3-0D535EC423F8}" type="pres">
      <dgm:prSet presAssocID="{75FD9EF3-AEA3-4434-A7E3-90302E729A97}" presName="thickLine" presStyleLbl="alignNode1" presStyleIdx="3" presStyleCnt="4"/>
      <dgm:spPr/>
    </dgm:pt>
    <dgm:pt modelId="{C518C63C-46FA-4655-9C76-ACB3FDEF39BA}" type="pres">
      <dgm:prSet presAssocID="{75FD9EF3-AEA3-4434-A7E3-90302E729A97}" presName="horz1" presStyleCnt="0"/>
      <dgm:spPr/>
    </dgm:pt>
    <dgm:pt modelId="{BA50B83E-670E-49D9-BA6F-F3A4AD771C4D}" type="pres">
      <dgm:prSet presAssocID="{75FD9EF3-AEA3-4434-A7E3-90302E729A97}" presName="tx1" presStyleLbl="revTx" presStyleIdx="3" presStyleCnt="4"/>
      <dgm:spPr/>
    </dgm:pt>
    <dgm:pt modelId="{B06C0363-63B6-441E-A9D8-043E63FCD9E3}" type="pres">
      <dgm:prSet presAssocID="{75FD9EF3-AEA3-4434-A7E3-90302E729A97}" presName="vert1" presStyleCnt="0"/>
      <dgm:spPr/>
    </dgm:pt>
  </dgm:ptLst>
  <dgm:cxnLst>
    <dgm:cxn modelId="{A6C0FC05-8325-4D0C-B7DD-67A1C60CF8BC}" type="presOf" srcId="{012D7C44-7F0C-4C8D-8BE3-5C68C5163CED}" destId="{5B54DAE9-EBFA-4CCD-BCB5-8AFAF11D08AE}" srcOrd="0" destOrd="0" presId="urn:microsoft.com/office/officeart/2008/layout/LinedList"/>
    <dgm:cxn modelId="{D81A4D19-3D84-40A1-93E7-6DCADFD028DF}" srcId="{98761475-54BE-4D86-B90C-4DFD98A4D68C}" destId="{CE42158A-4F88-4A9D-BF08-2D6AE8E14071}" srcOrd="2" destOrd="0" parTransId="{F1E977EC-7BEA-4B59-BDDE-BDAD12052872}" sibTransId="{AE0FF62C-D280-4324-BDD2-E9926379E1A5}"/>
    <dgm:cxn modelId="{3E29C162-425E-4A68-B3A4-93E6C445440F}" type="presOf" srcId="{CE42158A-4F88-4A9D-BF08-2D6AE8E14071}" destId="{0DF2C324-79BB-4BCB-9596-CC32519EA396}" srcOrd="0" destOrd="0" presId="urn:microsoft.com/office/officeart/2008/layout/LinedList"/>
    <dgm:cxn modelId="{8728B14D-D870-42DE-A716-3BFAE667F0F8}" type="presOf" srcId="{75FD9EF3-AEA3-4434-A7E3-90302E729A97}" destId="{BA50B83E-670E-49D9-BA6F-F3A4AD771C4D}" srcOrd="0" destOrd="0" presId="urn:microsoft.com/office/officeart/2008/layout/LinedList"/>
    <dgm:cxn modelId="{9DD4145A-F51B-45FA-A9DD-69920B84BD54}" srcId="{98761475-54BE-4D86-B90C-4DFD98A4D68C}" destId="{75FD9EF3-AEA3-4434-A7E3-90302E729A97}" srcOrd="3" destOrd="0" parTransId="{2E5E78A9-3AA4-487C-B986-6D6688B01102}" sibTransId="{99AC2231-2906-49D5-9C3E-882E56854B36}"/>
    <dgm:cxn modelId="{DF581E9E-C4A6-457B-A3AB-DC1E15943EAE}" srcId="{98761475-54BE-4D86-B90C-4DFD98A4D68C}" destId="{4A97795E-D896-4FB3-8675-736711AA3549}" srcOrd="1" destOrd="0" parTransId="{B05C04D8-D08C-46A7-A3D6-FDDDE4144BF2}" sibTransId="{71AFE06C-BBBA-4AFF-93E0-E54E1CFDD8E6}"/>
    <dgm:cxn modelId="{84EFF2B9-699D-4D00-8480-EBB6509F8D8F}" type="presOf" srcId="{98761475-54BE-4D86-B90C-4DFD98A4D68C}" destId="{B52B19CE-431B-45F9-852B-27E208C5ADEA}" srcOrd="0" destOrd="0" presId="urn:microsoft.com/office/officeart/2008/layout/LinedList"/>
    <dgm:cxn modelId="{765F0EDB-0740-4D94-B16E-E22265BE1381}" srcId="{98761475-54BE-4D86-B90C-4DFD98A4D68C}" destId="{012D7C44-7F0C-4C8D-8BE3-5C68C5163CED}" srcOrd="0" destOrd="0" parTransId="{4FDF1A4E-DFB2-4B1B-B21F-5121ABD41455}" sibTransId="{94E1F84B-F3A1-40EB-94F7-A0DB1989DE2F}"/>
    <dgm:cxn modelId="{1182AEFE-DB7A-4430-8A5F-2746E6E923D0}" type="presOf" srcId="{4A97795E-D896-4FB3-8675-736711AA3549}" destId="{FC9EA7C4-B454-4BA2-B23D-18A8CA996CAF}" srcOrd="0" destOrd="0" presId="urn:microsoft.com/office/officeart/2008/layout/LinedList"/>
    <dgm:cxn modelId="{DF667C33-329A-425D-9C12-EE6302B6C9C7}" type="presParOf" srcId="{B52B19CE-431B-45F9-852B-27E208C5ADEA}" destId="{904DA5F9-8255-4ACA-AABB-9A827E921CD2}" srcOrd="0" destOrd="0" presId="urn:microsoft.com/office/officeart/2008/layout/LinedList"/>
    <dgm:cxn modelId="{E7D44043-CCC6-443F-8A5F-FF65A5549FA5}" type="presParOf" srcId="{B52B19CE-431B-45F9-852B-27E208C5ADEA}" destId="{21760B72-92D1-46DA-A55B-AB365F79620A}" srcOrd="1" destOrd="0" presId="urn:microsoft.com/office/officeart/2008/layout/LinedList"/>
    <dgm:cxn modelId="{BB8C5F65-A550-4F80-8174-B749828F3BAD}" type="presParOf" srcId="{21760B72-92D1-46DA-A55B-AB365F79620A}" destId="{5B54DAE9-EBFA-4CCD-BCB5-8AFAF11D08AE}" srcOrd="0" destOrd="0" presId="urn:microsoft.com/office/officeart/2008/layout/LinedList"/>
    <dgm:cxn modelId="{5DA399A2-36A2-400C-9694-9749A99E54FC}" type="presParOf" srcId="{21760B72-92D1-46DA-A55B-AB365F79620A}" destId="{3F6C8EC4-3A74-4B12-B47F-39F6288954D3}" srcOrd="1" destOrd="0" presId="urn:microsoft.com/office/officeart/2008/layout/LinedList"/>
    <dgm:cxn modelId="{2AEDA29C-6FD7-498E-9844-AF3C78B84DE8}" type="presParOf" srcId="{B52B19CE-431B-45F9-852B-27E208C5ADEA}" destId="{826B0A1A-5E76-475F-8BFF-B10AC881A878}" srcOrd="2" destOrd="0" presId="urn:microsoft.com/office/officeart/2008/layout/LinedList"/>
    <dgm:cxn modelId="{554DAFE0-BC85-480C-8951-2E9827F18AB9}" type="presParOf" srcId="{B52B19CE-431B-45F9-852B-27E208C5ADEA}" destId="{C12C35C2-BB05-4872-ACF7-15115860B0AB}" srcOrd="3" destOrd="0" presId="urn:microsoft.com/office/officeart/2008/layout/LinedList"/>
    <dgm:cxn modelId="{DA0E89B3-22CA-471C-8DC1-2A5F5B629B10}" type="presParOf" srcId="{C12C35C2-BB05-4872-ACF7-15115860B0AB}" destId="{FC9EA7C4-B454-4BA2-B23D-18A8CA996CAF}" srcOrd="0" destOrd="0" presId="urn:microsoft.com/office/officeart/2008/layout/LinedList"/>
    <dgm:cxn modelId="{C2F20E15-5D29-4830-9E32-067380E06E0E}" type="presParOf" srcId="{C12C35C2-BB05-4872-ACF7-15115860B0AB}" destId="{7EABD357-FDA6-44A3-BFD3-18C6EE6F7A9F}" srcOrd="1" destOrd="0" presId="urn:microsoft.com/office/officeart/2008/layout/LinedList"/>
    <dgm:cxn modelId="{35067167-4C8E-423C-A4D2-BEB2B5FB7A7B}" type="presParOf" srcId="{B52B19CE-431B-45F9-852B-27E208C5ADEA}" destId="{F5F7AB4F-42E4-4E7A-A2B0-9B239C7F04B5}" srcOrd="4" destOrd="0" presId="urn:microsoft.com/office/officeart/2008/layout/LinedList"/>
    <dgm:cxn modelId="{F92CF4F8-70C5-4F60-A503-98EF53D57ED9}" type="presParOf" srcId="{B52B19CE-431B-45F9-852B-27E208C5ADEA}" destId="{609E00F2-0A10-4BCA-AE02-BA5FDF28B67B}" srcOrd="5" destOrd="0" presId="urn:microsoft.com/office/officeart/2008/layout/LinedList"/>
    <dgm:cxn modelId="{C4B108CD-A575-49D9-8FF7-5E5FA8C20147}" type="presParOf" srcId="{609E00F2-0A10-4BCA-AE02-BA5FDF28B67B}" destId="{0DF2C324-79BB-4BCB-9596-CC32519EA396}" srcOrd="0" destOrd="0" presId="urn:microsoft.com/office/officeart/2008/layout/LinedList"/>
    <dgm:cxn modelId="{F262CFC5-7006-43FC-A1CB-325F71CB9555}" type="presParOf" srcId="{609E00F2-0A10-4BCA-AE02-BA5FDF28B67B}" destId="{509318C1-C0A9-4DA1-A08A-37279AB84AB0}" srcOrd="1" destOrd="0" presId="urn:microsoft.com/office/officeart/2008/layout/LinedList"/>
    <dgm:cxn modelId="{8FEDAB3D-3414-4513-B517-1C9038FEB839}" type="presParOf" srcId="{B52B19CE-431B-45F9-852B-27E208C5ADEA}" destId="{7795C421-7FE1-4711-A5F3-0D535EC423F8}" srcOrd="6" destOrd="0" presId="urn:microsoft.com/office/officeart/2008/layout/LinedList"/>
    <dgm:cxn modelId="{B9738BF3-D783-4F91-AC04-0A35838DE271}" type="presParOf" srcId="{B52B19CE-431B-45F9-852B-27E208C5ADEA}" destId="{C518C63C-46FA-4655-9C76-ACB3FDEF39BA}" srcOrd="7" destOrd="0" presId="urn:microsoft.com/office/officeart/2008/layout/LinedList"/>
    <dgm:cxn modelId="{62B1971E-BEA2-491E-A727-DBC4C5843141}" type="presParOf" srcId="{C518C63C-46FA-4655-9C76-ACB3FDEF39BA}" destId="{BA50B83E-670E-49D9-BA6F-F3A4AD771C4D}" srcOrd="0" destOrd="0" presId="urn:microsoft.com/office/officeart/2008/layout/LinedList"/>
    <dgm:cxn modelId="{356332A0-DE5A-4A08-A82A-0D6724C67869}" type="presParOf" srcId="{C518C63C-46FA-4655-9C76-ACB3FDEF39BA}" destId="{B06C0363-63B6-441E-A9D8-043E63FCD9E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37FDDA-3F8A-41ED-BC47-864FC9BC997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CAB34B-A826-46AF-9242-9954CF19AB3D}">
      <dgm:prSet/>
      <dgm:spPr/>
      <dgm:t>
        <a:bodyPr/>
        <a:lstStyle/>
        <a:p>
          <a:r>
            <a:rPr lang="en-ZA"/>
            <a:t>AWS Lambda</a:t>
          </a:r>
          <a:endParaRPr lang="en-US"/>
        </a:p>
      </dgm:t>
    </dgm:pt>
    <dgm:pt modelId="{5EDFD67F-DE2A-406A-9BF2-608E6E5C3A55}" type="parTrans" cxnId="{0B43F9BE-FC84-40FB-9D3D-1114B6DB409C}">
      <dgm:prSet/>
      <dgm:spPr/>
      <dgm:t>
        <a:bodyPr/>
        <a:lstStyle/>
        <a:p>
          <a:endParaRPr lang="en-US"/>
        </a:p>
      </dgm:t>
    </dgm:pt>
    <dgm:pt modelId="{F68ACE95-7BD6-4FB1-A2B0-019090F66214}" type="sibTrans" cxnId="{0B43F9BE-FC84-40FB-9D3D-1114B6DB409C}">
      <dgm:prSet/>
      <dgm:spPr/>
      <dgm:t>
        <a:bodyPr/>
        <a:lstStyle/>
        <a:p>
          <a:endParaRPr lang="en-US"/>
        </a:p>
      </dgm:t>
    </dgm:pt>
    <dgm:pt modelId="{2D9E618B-5682-42A1-955C-E8759D5E23CE}">
      <dgm:prSet/>
      <dgm:spPr/>
      <dgm:t>
        <a:bodyPr/>
        <a:lstStyle/>
        <a:p>
          <a:r>
            <a:rPr lang="en-ZA"/>
            <a:t>S3</a:t>
          </a:r>
          <a:endParaRPr lang="en-US"/>
        </a:p>
      </dgm:t>
    </dgm:pt>
    <dgm:pt modelId="{5D11B219-1B98-4611-905B-01E9E2543D19}" type="parTrans" cxnId="{2E887EE4-6D2C-4BCB-99E1-574E6CCC7D01}">
      <dgm:prSet/>
      <dgm:spPr/>
      <dgm:t>
        <a:bodyPr/>
        <a:lstStyle/>
        <a:p>
          <a:endParaRPr lang="en-US"/>
        </a:p>
      </dgm:t>
    </dgm:pt>
    <dgm:pt modelId="{38696C0F-22AA-4FB3-AB01-2E7EA8BD55ED}" type="sibTrans" cxnId="{2E887EE4-6D2C-4BCB-99E1-574E6CCC7D01}">
      <dgm:prSet/>
      <dgm:spPr/>
      <dgm:t>
        <a:bodyPr/>
        <a:lstStyle/>
        <a:p>
          <a:endParaRPr lang="en-US"/>
        </a:p>
      </dgm:t>
    </dgm:pt>
    <dgm:pt modelId="{C805AA15-91A7-47CD-9FD7-8B7BA726D351}">
      <dgm:prSet/>
      <dgm:spPr/>
      <dgm:t>
        <a:bodyPr/>
        <a:lstStyle/>
        <a:p>
          <a:r>
            <a:rPr lang="en-ZA"/>
            <a:t>AWS Dynamo DB</a:t>
          </a:r>
          <a:endParaRPr lang="en-US"/>
        </a:p>
      </dgm:t>
    </dgm:pt>
    <dgm:pt modelId="{F5192EC8-EA6C-4CDC-BCAA-C8936BD0B526}" type="parTrans" cxnId="{FF489BF6-2979-4EEF-ABF1-BEA7204B26FB}">
      <dgm:prSet/>
      <dgm:spPr/>
      <dgm:t>
        <a:bodyPr/>
        <a:lstStyle/>
        <a:p>
          <a:endParaRPr lang="en-US"/>
        </a:p>
      </dgm:t>
    </dgm:pt>
    <dgm:pt modelId="{532409B4-D694-4B3F-9247-37A6F363489A}" type="sibTrans" cxnId="{FF489BF6-2979-4EEF-ABF1-BEA7204B26FB}">
      <dgm:prSet/>
      <dgm:spPr/>
      <dgm:t>
        <a:bodyPr/>
        <a:lstStyle/>
        <a:p>
          <a:endParaRPr lang="en-US"/>
        </a:p>
      </dgm:t>
    </dgm:pt>
    <dgm:pt modelId="{4339FA6E-1E31-4F36-9413-B18F358C7380}" type="pres">
      <dgm:prSet presAssocID="{BE37FDDA-3F8A-41ED-BC47-864FC9BC9971}" presName="root" presStyleCnt="0">
        <dgm:presLayoutVars>
          <dgm:dir/>
          <dgm:resizeHandles val="exact"/>
        </dgm:presLayoutVars>
      </dgm:prSet>
      <dgm:spPr/>
    </dgm:pt>
    <dgm:pt modelId="{71CCF0D6-B952-42C4-A95F-6709FD46BD52}" type="pres">
      <dgm:prSet presAssocID="{5DCAB34B-A826-46AF-9242-9954CF19AB3D}" presName="compNode" presStyleCnt="0"/>
      <dgm:spPr/>
    </dgm:pt>
    <dgm:pt modelId="{CB627B20-FBD4-4F34-B441-5F30300F5348}" type="pres">
      <dgm:prSet presAssocID="{5DCAB34B-A826-46AF-9242-9954CF19AB3D}" presName="bgRect" presStyleLbl="bgShp" presStyleIdx="0" presStyleCnt="3"/>
      <dgm:spPr/>
    </dgm:pt>
    <dgm:pt modelId="{49F540C7-BE13-4CC9-9BC7-63B925A34801}" type="pres">
      <dgm:prSet presAssocID="{5DCAB34B-A826-46AF-9242-9954CF19AB3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0F1AC30-7D72-42E5-B514-B96268259A3C}" type="pres">
      <dgm:prSet presAssocID="{5DCAB34B-A826-46AF-9242-9954CF19AB3D}" presName="spaceRect" presStyleCnt="0"/>
      <dgm:spPr/>
    </dgm:pt>
    <dgm:pt modelId="{91DC7471-FE5F-416B-B22C-8D4C5124DB5D}" type="pres">
      <dgm:prSet presAssocID="{5DCAB34B-A826-46AF-9242-9954CF19AB3D}" presName="parTx" presStyleLbl="revTx" presStyleIdx="0" presStyleCnt="3">
        <dgm:presLayoutVars>
          <dgm:chMax val="0"/>
          <dgm:chPref val="0"/>
        </dgm:presLayoutVars>
      </dgm:prSet>
      <dgm:spPr/>
    </dgm:pt>
    <dgm:pt modelId="{92281D60-3060-463D-85FE-2B4D3C47A8EE}" type="pres">
      <dgm:prSet presAssocID="{F68ACE95-7BD6-4FB1-A2B0-019090F66214}" presName="sibTrans" presStyleCnt="0"/>
      <dgm:spPr/>
    </dgm:pt>
    <dgm:pt modelId="{D76F4436-CBC3-4FDD-BA9C-9DCFA6241A3B}" type="pres">
      <dgm:prSet presAssocID="{2D9E618B-5682-42A1-955C-E8759D5E23CE}" presName="compNode" presStyleCnt="0"/>
      <dgm:spPr/>
    </dgm:pt>
    <dgm:pt modelId="{E74AE7BB-1A5D-4A89-9DC1-C7CA7C252C00}" type="pres">
      <dgm:prSet presAssocID="{2D9E618B-5682-42A1-955C-E8759D5E23CE}" presName="bgRect" presStyleLbl="bgShp" presStyleIdx="1" presStyleCnt="3"/>
      <dgm:spPr/>
    </dgm:pt>
    <dgm:pt modelId="{4964B005-2E21-40F5-8F30-EED8329B4BE6}" type="pres">
      <dgm:prSet presAssocID="{2D9E618B-5682-42A1-955C-E8759D5E23C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llow"/>
        </a:ext>
      </dgm:extLst>
    </dgm:pt>
    <dgm:pt modelId="{17F1FAE6-D336-4BE3-8E34-F79FF7DCD0E4}" type="pres">
      <dgm:prSet presAssocID="{2D9E618B-5682-42A1-955C-E8759D5E23CE}" presName="spaceRect" presStyleCnt="0"/>
      <dgm:spPr/>
    </dgm:pt>
    <dgm:pt modelId="{0E40EB37-72BB-430C-B243-36E56C058D0D}" type="pres">
      <dgm:prSet presAssocID="{2D9E618B-5682-42A1-955C-E8759D5E23CE}" presName="parTx" presStyleLbl="revTx" presStyleIdx="1" presStyleCnt="3">
        <dgm:presLayoutVars>
          <dgm:chMax val="0"/>
          <dgm:chPref val="0"/>
        </dgm:presLayoutVars>
      </dgm:prSet>
      <dgm:spPr/>
    </dgm:pt>
    <dgm:pt modelId="{5326EA85-CC0A-41C7-87D2-5F78F0D2621F}" type="pres">
      <dgm:prSet presAssocID="{38696C0F-22AA-4FB3-AB01-2E7EA8BD55ED}" presName="sibTrans" presStyleCnt="0"/>
      <dgm:spPr/>
    </dgm:pt>
    <dgm:pt modelId="{295850A5-2FE7-4FD4-A71C-46F5337113B4}" type="pres">
      <dgm:prSet presAssocID="{C805AA15-91A7-47CD-9FD7-8B7BA726D351}" presName="compNode" presStyleCnt="0"/>
      <dgm:spPr/>
    </dgm:pt>
    <dgm:pt modelId="{FBFB40CC-DD4D-4802-9AA2-FFA3A419C066}" type="pres">
      <dgm:prSet presAssocID="{C805AA15-91A7-47CD-9FD7-8B7BA726D351}" presName="bgRect" presStyleLbl="bgShp" presStyleIdx="2" presStyleCnt="3"/>
      <dgm:spPr/>
    </dgm:pt>
    <dgm:pt modelId="{C669B708-68C3-4D86-90CD-18C605BA5D8A}" type="pres">
      <dgm:prSet presAssocID="{C805AA15-91A7-47CD-9FD7-8B7BA726D35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6957F95-7161-4923-A7DF-8C2B377D4DB7}" type="pres">
      <dgm:prSet presAssocID="{C805AA15-91A7-47CD-9FD7-8B7BA726D351}" presName="spaceRect" presStyleCnt="0"/>
      <dgm:spPr/>
    </dgm:pt>
    <dgm:pt modelId="{E6A2B000-D0D4-4873-9337-E28F84E0F758}" type="pres">
      <dgm:prSet presAssocID="{C805AA15-91A7-47CD-9FD7-8B7BA726D35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E53981C-096B-4D85-9B1D-D4AB025F60D0}" type="presOf" srcId="{BE37FDDA-3F8A-41ED-BC47-864FC9BC9971}" destId="{4339FA6E-1E31-4F36-9413-B18F358C7380}" srcOrd="0" destOrd="0" presId="urn:microsoft.com/office/officeart/2018/2/layout/IconVerticalSolidList"/>
    <dgm:cxn modelId="{05010698-035F-4EF7-B36A-B309F718D108}" type="presOf" srcId="{5DCAB34B-A826-46AF-9242-9954CF19AB3D}" destId="{91DC7471-FE5F-416B-B22C-8D4C5124DB5D}" srcOrd="0" destOrd="0" presId="urn:microsoft.com/office/officeart/2018/2/layout/IconVerticalSolidList"/>
    <dgm:cxn modelId="{0B43F9BE-FC84-40FB-9D3D-1114B6DB409C}" srcId="{BE37FDDA-3F8A-41ED-BC47-864FC9BC9971}" destId="{5DCAB34B-A826-46AF-9242-9954CF19AB3D}" srcOrd="0" destOrd="0" parTransId="{5EDFD67F-DE2A-406A-9BF2-608E6E5C3A55}" sibTransId="{F68ACE95-7BD6-4FB1-A2B0-019090F66214}"/>
    <dgm:cxn modelId="{AA2F2BD4-62CE-4E09-B9F3-F6539D96929F}" type="presOf" srcId="{C805AA15-91A7-47CD-9FD7-8B7BA726D351}" destId="{E6A2B000-D0D4-4873-9337-E28F84E0F758}" srcOrd="0" destOrd="0" presId="urn:microsoft.com/office/officeart/2018/2/layout/IconVerticalSolidList"/>
    <dgm:cxn modelId="{2E887EE4-6D2C-4BCB-99E1-574E6CCC7D01}" srcId="{BE37FDDA-3F8A-41ED-BC47-864FC9BC9971}" destId="{2D9E618B-5682-42A1-955C-E8759D5E23CE}" srcOrd="1" destOrd="0" parTransId="{5D11B219-1B98-4611-905B-01E9E2543D19}" sibTransId="{38696C0F-22AA-4FB3-AB01-2E7EA8BD55ED}"/>
    <dgm:cxn modelId="{FF489BF6-2979-4EEF-ABF1-BEA7204B26FB}" srcId="{BE37FDDA-3F8A-41ED-BC47-864FC9BC9971}" destId="{C805AA15-91A7-47CD-9FD7-8B7BA726D351}" srcOrd="2" destOrd="0" parTransId="{F5192EC8-EA6C-4CDC-BCAA-C8936BD0B526}" sibTransId="{532409B4-D694-4B3F-9247-37A6F363489A}"/>
    <dgm:cxn modelId="{0A7035F8-ED48-4D7D-882E-6E8AFCBFBD5C}" type="presOf" srcId="{2D9E618B-5682-42A1-955C-E8759D5E23CE}" destId="{0E40EB37-72BB-430C-B243-36E56C058D0D}" srcOrd="0" destOrd="0" presId="urn:microsoft.com/office/officeart/2018/2/layout/IconVerticalSolidList"/>
    <dgm:cxn modelId="{504A00A4-D71E-4E62-997F-A8406D791A28}" type="presParOf" srcId="{4339FA6E-1E31-4F36-9413-B18F358C7380}" destId="{71CCF0D6-B952-42C4-A95F-6709FD46BD52}" srcOrd="0" destOrd="0" presId="urn:microsoft.com/office/officeart/2018/2/layout/IconVerticalSolidList"/>
    <dgm:cxn modelId="{757C55EB-929A-472D-A8EE-611CFC811B07}" type="presParOf" srcId="{71CCF0D6-B952-42C4-A95F-6709FD46BD52}" destId="{CB627B20-FBD4-4F34-B441-5F30300F5348}" srcOrd="0" destOrd="0" presId="urn:microsoft.com/office/officeart/2018/2/layout/IconVerticalSolidList"/>
    <dgm:cxn modelId="{DA511A10-7ED7-4117-97F7-F3C8652D679B}" type="presParOf" srcId="{71CCF0D6-B952-42C4-A95F-6709FD46BD52}" destId="{49F540C7-BE13-4CC9-9BC7-63B925A34801}" srcOrd="1" destOrd="0" presId="urn:microsoft.com/office/officeart/2018/2/layout/IconVerticalSolidList"/>
    <dgm:cxn modelId="{051D3659-3431-43A6-A7E5-FDF0228464E4}" type="presParOf" srcId="{71CCF0D6-B952-42C4-A95F-6709FD46BD52}" destId="{C0F1AC30-7D72-42E5-B514-B96268259A3C}" srcOrd="2" destOrd="0" presId="urn:microsoft.com/office/officeart/2018/2/layout/IconVerticalSolidList"/>
    <dgm:cxn modelId="{7E6F5892-7C5D-4AC5-A44A-2F65DB259E02}" type="presParOf" srcId="{71CCF0D6-B952-42C4-A95F-6709FD46BD52}" destId="{91DC7471-FE5F-416B-B22C-8D4C5124DB5D}" srcOrd="3" destOrd="0" presId="urn:microsoft.com/office/officeart/2018/2/layout/IconVerticalSolidList"/>
    <dgm:cxn modelId="{ED4DA606-51CF-4FE7-8E0B-E1E5226B3F69}" type="presParOf" srcId="{4339FA6E-1E31-4F36-9413-B18F358C7380}" destId="{92281D60-3060-463D-85FE-2B4D3C47A8EE}" srcOrd="1" destOrd="0" presId="urn:microsoft.com/office/officeart/2018/2/layout/IconVerticalSolidList"/>
    <dgm:cxn modelId="{606E4EA3-01A2-4363-9A88-A1052C4DD995}" type="presParOf" srcId="{4339FA6E-1E31-4F36-9413-B18F358C7380}" destId="{D76F4436-CBC3-4FDD-BA9C-9DCFA6241A3B}" srcOrd="2" destOrd="0" presId="urn:microsoft.com/office/officeart/2018/2/layout/IconVerticalSolidList"/>
    <dgm:cxn modelId="{EAC5F6C7-DD9B-44A1-8E80-50CD29A4EF92}" type="presParOf" srcId="{D76F4436-CBC3-4FDD-BA9C-9DCFA6241A3B}" destId="{E74AE7BB-1A5D-4A89-9DC1-C7CA7C252C00}" srcOrd="0" destOrd="0" presId="urn:microsoft.com/office/officeart/2018/2/layout/IconVerticalSolidList"/>
    <dgm:cxn modelId="{BADF1767-9181-47DC-A3E3-44E46EB9865C}" type="presParOf" srcId="{D76F4436-CBC3-4FDD-BA9C-9DCFA6241A3B}" destId="{4964B005-2E21-40F5-8F30-EED8329B4BE6}" srcOrd="1" destOrd="0" presId="urn:microsoft.com/office/officeart/2018/2/layout/IconVerticalSolidList"/>
    <dgm:cxn modelId="{04471D60-E50B-4752-B4D0-53A33C089F69}" type="presParOf" srcId="{D76F4436-CBC3-4FDD-BA9C-9DCFA6241A3B}" destId="{17F1FAE6-D336-4BE3-8E34-F79FF7DCD0E4}" srcOrd="2" destOrd="0" presId="urn:microsoft.com/office/officeart/2018/2/layout/IconVerticalSolidList"/>
    <dgm:cxn modelId="{F2774DA4-508C-473F-9FC3-D0D0A001E4DD}" type="presParOf" srcId="{D76F4436-CBC3-4FDD-BA9C-9DCFA6241A3B}" destId="{0E40EB37-72BB-430C-B243-36E56C058D0D}" srcOrd="3" destOrd="0" presId="urn:microsoft.com/office/officeart/2018/2/layout/IconVerticalSolidList"/>
    <dgm:cxn modelId="{D25B374C-0CEE-4BA8-85CD-8238C412B99F}" type="presParOf" srcId="{4339FA6E-1E31-4F36-9413-B18F358C7380}" destId="{5326EA85-CC0A-41C7-87D2-5F78F0D2621F}" srcOrd="3" destOrd="0" presId="urn:microsoft.com/office/officeart/2018/2/layout/IconVerticalSolidList"/>
    <dgm:cxn modelId="{8480A027-6EC2-461A-996A-E206B722E212}" type="presParOf" srcId="{4339FA6E-1E31-4F36-9413-B18F358C7380}" destId="{295850A5-2FE7-4FD4-A71C-46F5337113B4}" srcOrd="4" destOrd="0" presId="urn:microsoft.com/office/officeart/2018/2/layout/IconVerticalSolidList"/>
    <dgm:cxn modelId="{528F307D-8BB2-4D05-ABAA-5317D82DC0E4}" type="presParOf" srcId="{295850A5-2FE7-4FD4-A71C-46F5337113B4}" destId="{FBFB40CC-DD4D-4802-9AA2-FFA3A419C066}" srcOrd="0" destOrd="0" presId="urn:microsoft.com/office/officeart/2018/2/layout/IconVerticalSolidList"/>
    <dgm:cxn modelId="{3F8D356B-5588-4CAB-BE1A-4A45F9B09EB2}" type="presParOf" srcId="{295850A5-2FE7-4FD4-A71C-46F5337113B4}" destId="{C669B708-68C3-4D86-90CD-18C605BA5D8A}" srcOrd="1" destOrd="0" presId="urn:microsoft.com/office/officeart/2018/2/layout/IconVerticalSolidList"/>
    <dgm:cxn modelId="{28B07E1B-7005-4344-9825-5E96AFCF3698}" type="presParOf" srcId="{295850A5-2FE7-4FD4-A71C-46F5337113B4}" destId="{D6957F95-7161-4923-A7DF-8C2B377D4DB7}" srcOrd="2" destOrd="0" presId="urn:microsoft.com/office/officeart/2018/2/layout/IconVerticalSolidList"/>
    <dgm:cxn modelId="{AEF40E43-92A9-44E7-8DA6-2F30F0581967}" type="presParOf" srcId="{295850A5-2FE7-4FD4-A71C-46F5337113B4}" destId="{E6A2B000-D0D4-4873-9337-E28F84E0F75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E756CC-DDA5-40C0-BDD0-B28C6D948F5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42F798B-9B8D-4D1C-8BCA-36C657A145B0}">
      <dgm:prSet custT="1"/>
      <dgm:spPr/>
      <dgm:t>
        <a:bodyPr/>
        <a:lstStyle/>
        <a:p>
          <a:r>
            <a:rPr lang="en-ZA" sz="1800" dirty="0"/>
            <a:t>Reduces booking and orders errors through automated online processes</a:t>
          </a:r>
          <a:endParaRPr lang="en-US" sz="1800" dirty="0"/>
        </a:p>
      </dgm:t>
    </dgm:pt>
    <dgm:pt modelId="{088C98C4-D12C-47C4-80A8-4CA2F5AD3D2A}" type="parTrans" cxnId="{B0B6D1BA-272F-4C7D-A60F-3032C9A886BA}">
      <dgm:prSet/>
      <dgm:spPr/>
      <dgm:t>
        <a:bodyPr/>
        <a:lstStyle/>
        <a:p>
          <a:endParaRPr lang="en-US"/>
        </a:p>
      </dgm:t>
    </dgm:pt>
    <dgm:pt modelId="{62FE2BE5-2DC9-49F2-BA65-B11A7A3E29F8}" type="sibTrans" cxnId="{B0B6D1BA-272F-4C7D-A60F-3032C9A886BA}">
      <dgm:prSet/>
      <dgm:spPr/>
      <dgm:t>
        <a:bodyPr/>
        <a:lstStyle/>
        <a:p>
          <a:endParaRPr lang="en-US"/>
        </a:p>
      </dgm:t>
    </dgm:pt>
    <dgm:pt modelId="{0BDA94D9-3A25-438F-8A0B-33C165CE3A52}">
      <dgm:prSet custT="1"/>
      <dgm:spPr/>
      <dgm:t>
        <a:bodyPr/>
        <a:lstStyle/>
        <a:p>
          <a:r>
            <a:rPr lang="en-ZA" sz="1800" dirty="0"/>
            <a:t>Provides scalability as customers demand grows </a:t>
          </a:r>
          <a:endParaRPr lang="en-US" sz="1800" dirty="0"/>
        </a:p>
      </dgm:t>
    </dgm:pt>
    <dgm:pt modelId="{4AF5D626-09BD-4748-AF99-BD21B7F3E563}" type="parTrans" cxnId="{6C9F086D-7779-4520-9D48-555DB35AA641}">
      <dgm:prSet/>
      <dgm:spPr/>
      <dgm:t>
        <a:bodyPr/>
        <a:lstStyle/>
        <a:p>
          <a:endParaRPr lang="en-US"/>
        </a:p>
      </dgm:t>
    </dgm:pt>
    <dgm:pt modelId="{4FC9DD88-FAA0-477C-B6A7-35CB877984D2}" type="sibTrans" cxnId="{6C9F086D-7779-4520-9D48-555DB35AA641}">
      <dgm:prSet/>
      <dgm:spPr/>
      <dgm:t>
        <a:bodyPr/>
        <a:lstStyle/>
        <a:p>
          <a:endParaRPr lang="en-US"/>
        </a:p>
      </dgm:t>
    </dgm:pt>
    <dgm:pt modelId="{EAB090BD-F33C-47FE-88F2-75B10C16C799}">
      <dgm:prSet/>
      <dgm:spPr/>
      <dgm:t>
        <a:bodyPr/>
        <a:lstStyle/>
        <a:p>
          <a:r>
            <a:rPr lang="en-ZA"/>
            <a:t>It is cost-efficient : pay for only storage used</a:t>
          </a:r>
          <a:endParaRPr lang="en-US"/>
        </a:p>
      </dgm:t>
    </dgm:pt>
    <dgm:pt modelId="{641C8449-1A5F-4276-804E-B7D894B0F02B}" type="parTrans" cxnId="{6AA46F44-9536-4DD6-B37F-98A18764CF45}">
      <dgm:prSet/>
      <dgm:spPr/>
      <dgm:t>
        <a:bodyPr/>
        <a:lstStyle/>
        <a:p>
          <a:endParaRPr lang="en-US"/>
        </a:p>
      </dgm:t>
    </dgm:pt>
    <dgm:pt modelId="{851A6D6D-114D-4D12-B4F5-F9EA09C623D7}" type="sibTrans" cxnId="{6AA46F44-9536-4DD6-B37F-98A18764CF45}">
      <dgm:prSet/>
      <dgm:spPr/>
      <dgm:t>
        <a:bodyPr/>
        <a:lstStyle/>
        <a:p>
          <a:endParaRPr lang="en-US"/>
        </a:p>
      </dgm:t>
    </dgm:pt>
    <dgm:pt modelId="{87FEDECF-FAED-4DAB-B8FC-F73B35AFE26C}">
      <dgm:prSet/>
      <dgm:spPr/>
      <dgm:t>
        <a:bodyPr/>
        <a:lstStyle/>
        <a:p>
          <a:r>
            <a:rPr lang="en-ZA" dirty="0"/>
            <a:t>Enhance customers satisfaction with faster , more reliable services </a:t>
          </a:r>
          <a:endParaRPr lang="en-US" dirty="0"/>
        </a:p>
      </dgm:t>
    </dgm:pt>
    <dgm:pt modelId="{55DE0573-0E55-4C71-80C6-C5AAACEBD2CD}" type="parTrans" cxnId="{909DC804-6248-4384-94A0-D222B5016139}">
      <dgm:prSet/>
      <dgm:spPr/>
      <dgm:t>
        <a:bodyPr/>
        <a:lstStyle/>
        <a:p>
          <a:endParaRPr lang="en-US"/>
        </a:p>
      </dgm:t>
    </dgm:pt>
    <dgm:pt modelId="{9EFB2E46-2020-4A5A-ABC7-2F6AB0BF73F2}" type="sibTrans" cxnId="{909DC804-6248-4384-94A0-D222B5016139}">
      <dgm:prSet/>
      <dgm:spPr/>
      <dgm:t>
        <a:bodyPr/>
        <a:lstStyle/>
        <a:p>
          <a:endParaRPr lang="en-US"/>
        </a:p>
      </dgm:t>
    </dgm:pt>
    <dgm:pt modelId="{CAF6FC1D-6BE3-4890-90D4-27F4A2064E0F}" type="pres">
      <dgm:prSet presAssocID="{4DE756CC-DDA5-40C0-BDD0-B28C6D948F5B}" presName="root" presStyleCnt="0">
        <dgm:presLayoutVars>
          <dgm:dir/>
          <dgm:resizeHandles val="exact"/>
        </dgm:presLayoutVars>
      </dgm:prSet>
      <dgm:spPr/>
    </dgm:pt>
    <dgm:pt modelId="{CE75B00D-C1DF-4F28-8D1F-8116D2D2243C}" type="pres">
      <dgm:prSet presAssocID="{642F798B-9B8D-4D1C-8BCA-36C657A145B0}" presName="compNode" presStyleCnt="0"/>
      <dgm:spPr/>
    </dgm:pt>
    <dgm:pt modelId="{D375F552-D2CB-4AA5-A835-09FAA3DD13ED}" type="pres">
      <dgm:prSet presAssocID="{642F798B-9B8D-4D1C-8BCA-36C657A145B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245C5781-087D-4FA8-8462-0099106B1BD5}" type="pres">
      <dgm:prSet presAssocID="{642F798B-9B8D-4D1C-8BCA-36C657A145B0}" presName="spaceRect" presStyleCnt="0"/>
      <dgm:spPr/>
    </dgm:pt>
    <dgm:pt modelId="{CF115568-4B1E-4EC4-9D15-5A9FD5C932EA}" type="pres">
      <dgm:prSet presAssocID="{642F798B-9B8D-4D1C-8BCA-36C657A145B0}" presName="textRect" presStyleLbl="revTx" presStyleIdx="0" presStyleCnt="4">
        <dgm:presLayoutVars>
          <dgm:chMax val="1"/>
          <dgm:chPref val="1"/>
        </dgm:presLayoutVars>
      </dgm:prSet>
      <dgm:spPr/>
    </dgm:pt>
    <dgm:pt modelId="{9E9412A1-0D0E-41E8-9B2E-4F62B3E0CAA2}" type="pres">
      <dgm:prSet presAssocID="{62FE2BE5-2DC9-49F2-BA65-B11A7A3E29F8}" presName="sibTrans" presStyleCnt="0"/>
      <dgm:spPr/>
    </dgm:pt>
    <dgm:pt modelId="{D5D8C96A-A04C-45C0-8FFE-85031C2B8C94}" type="pres">
      <dgm:prSet presAssocID="{0BDA94D9-3A25-438F-8A0B-33C165CE3A52}" presName="compNode" presStyleCnt="0"/>
      <dgm:spPr/>
    </dgm:pt>
    <dgm:pt modelId="{7008A5EE-CDD3-474B-AB25-EC087A337AB9}" type="pres">
      <dgm:prSet presAssocID="{0BDA94D9-3A25-438F-8A0B-33C165CE3A5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BFC97D8-F16D-457C-8879-2535D2C946FB}" type="pres">
      <dgm:prSet presAssocID="{0BDA94D9-3A25-438F-8A0B-33C165CE3A52}" presName="spaceRect" presStyleCnt="0"/>
      <dgm:spPr/>
    </dgm:pt>
    <dgm:pt modelId="{BA26DE62-CE8A-49A6-A477-72CE1064D222}" type="pres">
      <dgm:prSet presAssocID="{0BDA94D9-3A25-438F-8A0B-33C165CE3A52}" presName="textRect" presStyleLbl="revTx" presStyleIdx="1" presStyleCnt="4">
        <dgm:presLayoutVars>
          <dgm:chMax val="1"/>
          <dgm:chPref val="1"/>
        </dgm:presLayoutVars>
      </dgm:prSet>
      <dgm:spPr/>
    </dgm:pt>
    <dgm:pt modelId="{0B86E745-11E3-45A7-92FD-17D5C13C888B}" type="pres">
      <dgm:prSet presAssocID="{4FC9DD88-FAA0-477C-B6A7-35CB877984D2}" presName="sibTrans" presStyleCnt="0"/>
      <dgm:spPr/>
    </dgm:pt>
    <dgm:pt modelId="{F6AE5A17-375E-47DE-A023-A7EF972E686A}" type="pres">
      <dgm:prSet presAssocID="{EAB090BD-F33C-47FE-88F2-75B10C16C799}" presName="compNode" presStyleCnt="0"/>
      <dgm:spPr/>
    </dgm:pt>
    <dgm:pt modelId="{73CD1F81-5176-4D70-909F-9367EC92443E}" type="pres">
      <dgm:prSet presAssocID="{EAB090BD-F33C-47FE-88F2-75B10C16C79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4537E05D-C4E4-4E01-9582-16CAED9FF782}" type="pres">
      <dgm:prSet presAssocID="{EAB090BD-F33C-47FE-88F2-75B10C16C799}" presName="spaceRect" presStyleCnt="0"/>
      <dgm:spPr/>
    </dgm:pt>
    <dgm:pt modelId="{E641A5CE-2C30-407E-96AC-C31AB9D741AF}" type="pres">
      <dgm:prSet presAssocID="{EAB090BD-F33C-47FE-88F2-75B10C16C799}" presName="textRect" presStyleLbl="revTx" presStyleIdx="2" presStyleCnt="4">
        <dgm:presLayoutVars>
          <dgm:chMax val="1"/>
          <dgm:chPref val="1"/>
        </dgm:presLayoutVars>
      </dgm:prSet>
      <dgm:spPr/>
    </dgm:pt>
    <dgm:pt modelId="{B24B0CB3-5A0B-4D49-819B-F40B77C17D31}" type="pres">
      <dgm:prSet presAssocID="{851A6D6D-114D-4D12-B4F5-F9EA09C623D7}" presName="sibTrans" presStyleCnt="0"/>
      <dgm:spPr/>
    </dgm:pt>
    <dgm:pt modelId="{7E9C0A91-AC18-49F3-A7F5-2D1C23A92F76}" type="pres">
      <dgm:prSet presAssocID="{87FEDECF-FAED-4DAB-B8FC-F73B35AFE26C}" presName="compNode" presStyleCnt="0"/>
      <dgm:spPr/>
    </dgm:pt>
    <dgm:pt modelId="{27E91A67-37A8-4A72-8CBC-E2FD71658D3D}" type="pres">
      <dgm:prSet presAssocID="{87FEDECF-FAED-4DAB-B8FC-F73B35AFE26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1913D84E-5DAF-4D8E-98FF-97A98CF145CE}" type="pres">
      <dgm:prSet presAssocID="{87FEDECF-FAED-4DAB-B8FC-F73B35AFE26C}" presName="spaceRect" presStyleCnt="0"/>
      <dgm:spPr/>
    </dgm:pt>
    <dgm:pt modelId="{DC4C0FF5-BE9D-4967-9273-D055621A0767}" type="pres">
      <dgm:prSet presAssocID="{87FEDECF-FAED-4DAB-B8FC-F73B35AFE26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09DC804-6248-4384-94A0-D222B5016139}" srcId="{4DE756CC-DDA5-40C0-BDD0-B28C6D948F5B}" destId="{87FEDECF-FAED-4DAB-B8FC-F73B35AFE26C}" srcOrd="3" destOrd="0" parTransId="{55DE0573-0E55-4C71-80C6-C5AAACEBD2CD}" sibTransId="{9EFB2E46-2020-4A5A-ABC7-2F6AB0BF73F2}"/>
    <dgm:cxn modelId="{C20E0A2C-8FF6-47F4-89B3-A22B0576E40E}" type="presOf" srcId="{0BDA94D9-3A25-438F-8A0B-33C165CE3A52}" destId="{BA26DE62-CE8A-49A6-A477-72CE1064D222}" srcOrd="0" destOrd="0" presId="urn:microsoft.com/office/officeart/2018/2/layout/IconLabelList"/>
    <dgm:cxn modelId="{8D6A4D2F-B100-4C1E-BC76-E34C7B96D2E9}" type="presOf" srcId="{EAB090BD-F33C-47FE-88F2-75B10C16C799}" destId="{E641A5CE-2C30-407E-96AC-C31AB9D741AF}" srcOrd="0" destOrd="0" presId="urn:microsoft.com/office/officeart/2018/2/layout/IconLabelList"/>
    <dgm:cxn modelId="{6AA46F44-9536-4DD6-B37F-98A18764CF45}" srcId="{4DE756CC-DDA5-40C0-BDD0-B28C6D948F5B}" destId="{EAB090BD-F33C-47FE-88F2-75B10C16C799}" srcOrd="2" destOrd="0" parTransId="{641C8449-1A5F-4276-804E-B7D894B0F02B}" sibTransId="{851A6D6D-114D-4D12-B4F5-F9EA09C623D7}"/>
    <dgm:cxn modelId="{6C9F086D-7779-4520-9D48-555DB35AA641}" srcId="{4DE756CC-DDA5-40C0-BDD0-B28C6D948F5B}" destId="{0BDA94D9-3A25-438F-8A0B-33C165CE3A52}" srcOrd="1" destOrd="0" parTransId="{4AF5D626-09BD-4748-AF99-BD21B7F3E563}" sibTransId="{4FC9DD88-FAA0-477C-B6A7-35CB877984D2}"/>
    <dgm:cxn modelId="{1D82937E-1BBE-4221-93C4-A09228066EAC}" type="presOf" srcId="{642F798B-9B8D-4D1C-8BCA-36C657A145B0}" destId="{CF115568-4B1E-4EC4-9D15-5A9FD5C932EA}" srcOrd="0" destOrd="0" presId="urn:microsoft.com/office/officeart/2018/2/layout/IconLabelList"/>
    <dgm:cxn modelId="{B0B6D1BA-272F-4C7D-A60F-3032C9A886BA}" srcId="{4DE756CC-DDA5-40C0-BDD0-B28C6D948F5B}" destId="{642F798B-9B8D-4D1C-8BCA-36C657A145B0}" srcOrd="0" destOrd="0" parTransId="{088C98C4-D12C-47C4-80A8-4CA2F5AD3D2A}" sibTransId="{62FE2BE5-2DC9-49F2-BA65-B11A7A3E29F8}"/>
    <dgm:cxn modelId="{4FA372CE-06BC-42B0-8BA8-FCF5C2CF6D64}" type="presOf" srcId="{87FEDECF-FAED-4DAB-B8FC-F73B35AFE26C}" destId="{DC4C0FF5-BE9D-4967-9273-D055621A0767}" srcOrd="0" destOrd="0" presId="urn:microsoft.com/office/officeart/2018/2/layout/IconLabelList"/>
    <dgm:cxn modelId="{234761E8-4A26-473F-A2E2-DC5E084860DB}" type="presOf" srcId="{4DE756CC-DDA5-40C0-BDD0-B28C6D948F5B}" destId="{CAF6FC1D-6BE3-4890-90D4-27F4A2064E0F}" srcOrd="0" destOrd="0" presId="urn:microsoft.com/office/officeart/2018/2/layout/IconLabelList"/>
    <dgm:cxn modelId="{F096E55B-8B20-4397-A1BE-0675057807FD}" type="presParOf" srcId="{CAF6FC1D-6BE3-4890-90D4-27F4A2064E0F}" destId="{CE75B00D-C1DF-4F28-8D1F-8116D2D2243C}" srcOrd="0" destOrd="0" presId="urn:microsoft.com/office/officeart/2018/2/layout/IconLabelList"/>
    <dgm:cxn modelId="{2E3FA91D-227F-44E2-B293-C81AD4441A16}" type="presParOf" srcId="{CE75B00D-C1DF-4F28-8D1F-8116D2D2243C}" destId="{D375F552-D2CB-4AA5-A835-09FAA3DD13ED}" srcOrd="0" destOrd="0" presId="urn:microsoft.com/office/officeart/2018/2/layout/IconLabelList"/>
    <dgm:cxn modelId="{C75EDE57-3EF0-4C6D-AD68-D40354B19E4A}" type="presParOf" srcId="{CE75B00D-C1DF-4F28-8D1F-8116D2D2243C}" destId="{245C5781-087D-4FA8-8462-0099106B1BD5}" srcOrd="1" destOrd="0" presId="urn:microsoft.com/office/officeart/2018/2/layout/IconLabelList"/>
    <dgm:cxn modelId="{37F51977-7591-4798-A736-E34EEAE81813}" type="presParOf" srcId="{CE75B00D-C1DF-4F28-8D1F-8116D2D2243C}" destId="{CF115568-4B1E-4EC4-9D15-5A9FD5C932EA}" srcOrd="2" destOrd="0" presId="urn:microsoft.com/office/officeart/2018/2/layout/IconLabelList"/>
    <dgm:cxn modelId="{C8FC95DA-E9C9-410A-9893-DAD1819C1C35}" type="presParOf" srcId="{CAF6FC1D-6BE3-4890-90D4-27F4A2064E0F}" destId="{9E9412A1-0D0E-41E8-9B2E-4F62B3E0CAA2}" srcOrd="1" destOrd="0" presId="urn:microsoft.com/office/officeart/2018/2/layout/IconLabelList"/>
    <dgm:cxn modelId="{6DD25959-4E8F-4172-8317-8574E3B70904}" type="presParOf" srcId="{CAF6FC1D-6BE3-4890-90D4-27F4A2064E0F}" destId="{D5D8C96A-A04C-45C0-8FFE-85031C2B8C94}" srcOrd="2" destOrd="0" presId="urn:microsoft.com/office/officeart/2018/2/layout/IconLabelList"/>
    <dgm:cxn modelId="{FEAFB623-22B3-4740-8E13-6D1392666434}" type="presParOf" srcId="{D5D8C96A-A04C-45C0-8FFE-85031C2B8C94}" destId="{7008A5EE-CDD3-474B-AB25-EC087A337AB9}" srcOrd="0" destOrd="0" presId="urn:microsoft.com/office/officeart/2018/2/layout/IconLabelList"/>
    <dgm:cxn modelId="{69B14D75-19A6-4F53-93A2-47C0FE64D9F1}" type="presParOf" srcId="{D5D8C96A-A04C-45C0-8FFE-85031C2B8C94}" destId="{BBFC97D8-F16D-457C-8879-2535D2C946FB}" srcOrd="1" destOrd="0" presId="urn:microsoft.com/office/officeart/2018/2/layout/IconLabelList"/>
    <dgm:cxn modelId="{B415AFF1-6E42-4852-8373-F707D5877F2C}" type="presParOf" srcId="{D5D8C96A-A04C-45C0-8FFE-85031C2B8C94}" destId="{BA26DE62-CE8A-49A6-A477-72CE1064D222}" srcOrd="2" destOrd="0" presId="urn:microsoft.com/office/officeart/2018/2/layout/IconLabelList"/>
    <dgm:cxn modelId="{E30892C8-FCFE-40DA-928A-39A0E39DE934}" type="presParOf" srcId="{CAF6FC1D-6BE3-4890-90D4-27F4A2064E0F}" destId="{0B86E745-11E3-45A7-92FD-17D5C13C888B}" srcOrd="3" destOrd="0" presId="urn:microsoft.com/office/officeart/2018/2/layout/IconLabelList"/>
    <dgm:cxn modelId="{B9C70D75-327C-4AA8-8FD4-B0BFBB8F906B}" type="presParOf" srcId="{CAF6FC1D-6BE3-4890-90D4-27F4A2064E0F}" destId="{F6AE5A17-375E-47DE-A023-A7EF972E686A}" srcOrd="4" destOrd="0" presId="urn:microsoft.com/office/officeart/2018/2/layout/IconLabelList"/>
    <dgm:cxn modelId="{58A8B20E-EB19-488D-A5E8-D7EAD1BFCF09}" type="presParOf" srcId="{F6AE5A17-375E-47DE-A023-A7EF972E686A}" destId="{73CD1F81-5176-4D70-909F-9367EC92443E}" srcOrd="0" destOrd="0" presId="urn:microsoft.com/office/officeart/2018/2/layout/IconLabelList"/>
    <dgm:cxn modelId="{92F1F7DB-B6BA-42F9-8C08-FA607A470F3E}" type="presParOf" srcId="{F6AE5A17-375E-47DE-A023-A7EF972E686A}" destId="{4537E05D-C4E4-4E01-9582-16CAED9FF782}" srcOrd="1" destOrd="0" presId="urn:microsoft.com/office/officeart/2018/2/layout/IconLabelList"/>
    <dgm:cxn modelId="{46CB50E5-C168-4593-B5A4-84B7F229F378}" type="presParOf" srcId="{F6AE5A17-375E-47DE-A023-A7EF972E686A}" destId="{E641A5CE-2C30-407E-96AC-C31AB9D741AF}" srcOrd="2" destOrd="0" presId="urn:microsoft.com/office/officeart/2018/2/layout/IconLabelList"/>
    <dgm:cxn modelId="{E07CD674-7271-49CE-86AE-2658F527B19F}" type="presParOf" srcId="{CAF6FC1D-6BE3-4890-90D4-27F4A2064E0F}" destId="{B24B0CB3-5A0B-4D49-819B-F40B77C17D31}" srcOrd="5" destOrd="0" presId="urn:microsoft.com/office/officeart/2018/2/layout/IconLabelList"/>
    <dgm:cxn modelId="{D4710510-F0F8-429F-9BF9-1C1266D8F772}" type="presParOf" srcId="{CAF6FC1D-6BE3-4890-90D4-27F4A2064E0F}" destId="{7E9C0A91-AC18-49F3-A7F5-2D1C23A92F76}" srcOrd="6" destOrd="0" presId="urn:microsoft.com/office/officeart/2018/2/layout/IconLabelList"/>
    <dgm:cxn modelId="{BCE5EFAA-4637-465D-B31D-F6479D5922C7}" type="presParOf" srcId="{7E9C0A91-AC18-49F3-A7F5-2D1C23A92F76}" destId="{27E91A67-37A8-4A72-8CBC-E2FD71658D3D}" srcOrd="0" destOrd="0" presId="urn:microsoft.com/office/officeart/2018/2/layout/IconLabelList"/>
    <dgm:cxn modelId="{1ED2C6A5-4975-4C48-A4FC-73312B88DD1F}" type="presParOf" srcId="{7E9C0A91-AC18-49F3-A7F5-2D1C23A92F76}" destId="{1913D84E-5DAF-4D8E-98FF-97A98CF145CE}" srcOrd="1" destOrd="0" presId="urn:microsoft.com/office/officeart/2018/2/layout/IconLabelList"/>
    <dgm:cxn modelId="{FB8CB69C-9FA7-4105-AB5A-DF48A4CA49F7}" type="presParOf" srcId="{7E9C0A91-AC18-49F3-A7F5-2D1C23A92F76}" destId="{DC4C0FF5-BE9D-4967-9273-D055621A076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4DA5F9-8255-4ACA-AABB-9A827E921CD2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54DAE9-EBFA-4CCD-BCB5-8AFAF11D08AE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200" kern="1200"/>
            <a:t>Hard to track customer's orders leading to repeating orders </a:t>
          </a:r>
          <a:endParaRPr lang="en-US" sz="3200" kern="1200"/>
        </a:p>
      </dsp:txBody>
      <dsp:txXfrm>
        <a:off x="0" y="0"/>
        <a:ext cx="10515600" cy="1087834"/>
      </dsp:txXfrm>
    </dsp:sp>
    <dsp:sp modelId="{826B0A1A-5E76-475F-8BFF-B10AC881A878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9EA7C4-B454-4BA2-B23D-18A8CA996CAF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200" kern="1200"/>
            <a:t>No online booking option </a:t>
          </a:r>
          <a:endParaRPr lang="en-US" sz="3200" kern="1200"/>
        </a:p>
      </dsp:txBody>
      <dsp:txXfrm>
        <a:off x="0" y="1087834"/>
        <a:ext cx="10515600" cy="1087834"/>
      </dsp:txXfrm>
    </dsp:sp>
    <dsp:sp modelId="{F5F7AB4F-42E4-4E7A-A2B0-9B239C7F04B5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F2C324-79BB-4BCB-9596-CC32519EA396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200" kern="1200"/>
            <a:t>Costly to scale operations</a:t>
          </a:r>
          <a:endParaRPr lang="en-US" sz="3200" kern="1200"/>
        </a:p>
      </dsp:txBody>
      <dsp:txXfrm>
        <a:off x="0" y="2175669"/>
        <a:ext cx="10515600" cy="1087834"/>
      </dsp:txXfrm>
    </dsp:sp>
    <dsp:sp modelId="{7795C421-7FE1-4711-A5F3-0D535EC423F8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50B83E-670E-49D9-BA6F-F3A4AD771C4D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200" kern="1200"/>
            <a:t>Mix-ups of orders </a:t>
          </a:r>
          <a:endParaRPr lang="en-US" sz="3200" kern="1200"/>
        </a:p>
      </dsp:txBody>
      <dsp:txXfrm>
        <a:off x="0" y="3263503"/>
        <a:ext cx="10515600" cy="10878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627B20-FBD4-4F34-B441-5F30300F5348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F540C7-BE13-4CC9-9BC7-63B925A34801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DC7471-FE5F-416B-B22C-8D4C5124DB5D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kern="1200"/>
            <a:t>AWS Lambda</a:t>
          </a:r>
          <a:endParaRPr lang="en-US" sz="2500" kern="1200"/>
        </a:p>
      </dsp:txBody>
      <dsp:txXfrm>
        <a:off x="1844034" y="682"/>
        <a:ext cx="4401230" cy="1596566"/>
      </dsp:txXfrm>
    </dsp:sp>
    <dsp:sp modelId="{E74AE7BB-1A5D-4A89-9DC1-C7CA7C252C00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64B005-2E21-40F5-8F30-EED8329B4BE6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0EB37-72BB-430C-B243-36E56C058D0D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kern="1200"/>
            <a:t>S3</a:t>
          </a:r>
          <a:endParaRPr lang="en-US" sz="2500" kern="1200"/>
        </a:p>
      </dsp:txBody>
      <dsp:txXfrm>
        <a:off x="1844034" y="1996390"/>
        <a:ext cx="4401230" cy="1596566"/>
      </dsp:txXfrm>
    </dsp:sp>
    <dsp:sp modelId="{FBFB40CC-DD4D-4802-9AA2-FFA3A419C066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69B708-68C3-4D86-90CD-18C605BA5D8A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A2B000-D0D4-4873-9337-E28F84E0F758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kern="1200"/>
            <a:t>AWS Dynamo DB</a:t>
          </a:r>
          <a:endParaRPr lang="en-US" sz="2500" kern="1200"/>
        </a:p>
      </dsp:txBody>
      <dsp:txXfrm>
        <a:off x="1844034" y="3992098"/>
        <a:ext cx="4401230" cy="15965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75F552-D2CB-4AA5-A835-09FAA3DD13ED}">
      <dsp:nvSpPr>
        <dsp:cNvPr id="0" name=""/>
        <dsp:cNvSpPr/>
      </dsp:nvSpPr>
      <dsp:spPr>
        <a:xfrm>
          <a:off x="752566" y="873275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115568-4B1E-4EC4-9D15-5A9FD5C932EA}">
      <dsp:nvSpPr>
        <dsp:cNvPr id="0" name=""/>
        <dsp:cNvSpPr/>
      </dsp:nvSpPr>
      <dsp:spPr>
        <a:xfrm>
          <a:off x="100682" y="2307029"/>
          <a:ext cx="2370489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Reduces booking and orders errors through automated online processes</a:t>
          </a:r>
          <a:endParaRPr lang="en-US" sz="1800" kern="1200" dirty="0"/>
        </a:p>
      </dsp:txBody>
      <dsp:txXfrm>
        <a:off x="100682" y="2307029"/>
        <a:ext cx="2370489" cy="1012500"/>
      </dsp:txXfrm>
    </dsp:sp>
    <dsp:sp modelId="{7008A5EE-CDD3-474B-AB25-EC087A337AB9}">
      <dsp:nvSpPr>
        <dsp:cNvPr id="0" name=""/>
        <dsp:cNvSpPr/>
      </dsp:nvSpPr>
      <dsp:spPr>
        <a:xfrm>
          <a:off x="3537891" y="873275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6DE62-CE8A-49A6-A477-72CE1064D222}">
      <dsp:nvSpPr>
        <dsp:cNvPr id="0" name=""/>
        <dsp:cNvSpPr/>
      </dsp:nvSpPr>
      <dsp:spPr>
        <a:xfrm>
          <a:off x="2886007" y="2307029"/>
          <a:ext cx="2370489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Provides scalability as customers demand grows </a:t>
          </a:r>
          <a:endParaRPr lang="en-US" sz="1800" kern="1200" dirty="0"/>
        </a:p>
      </dsp:txBody>
      <dsp:txXfrm>
        <a:off x="2886007" y="2307029"/>
        <a:ext cx="2370489" cy="1012500"/>
      </dsp:txXfrm>
    </dsp:sp>
    <dsp:sp modelId="{73CD1F81-5176-4D70-909F-9367EC92443E}">
      <dsp:nvSpPr>
        <dsp:cNvPr id="0" name=""/>
        <dsp:cNvSpPr/>
      </dsp:nvSpPr>
      <dsp:spPr>
        <a:xfrm>
          <a:off x="6323216" y="873275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41A5CE-2C30-407E-96AC-C31AB9D741AF}">
      <dsp:nvSpPr>
        <dsp:cNvPr id="0" name=""/>
        <dsp:cNvSpPr/>
      </dsp:nvSpPr>
      <dsp:spPr>
        <a:xfrm>
          <a:off x="5671332" y="2307029"/>
          <a:ext cx="2370489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/>
            <a:t>It is cost-efficient : pay for only storage used</a:t>
          </a:r>
          <a:endParaRPr lang="en-US" sz="1800" kern="1200"/>
        </a:p>
      </dsp:txBody>
      <dsp:txXfrm>
        <a:off x="5671332" y="2307029"/>
        <a:ext cx="2370489" cy="1012500"/>
      </dsp:txXfrm>
    </dsp:sp>
    <dsp:sp modelId="{27E91A67-37A8-4A72-8CBC-E2FD71658D3D}">
      <dsp:nvSpPr>
        <dsp:cNvPr id="0" name=""/>
        <dsp:cNvSpPr/>
      </dsp:nvSpPr>
      <dsp:spPr>
        <a:xfrm>
          <a:off x="9108541" y="873275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4C0FF5-BE9D-4967-9273-D055621A0767}">
      <dsp:nvSpPr>
        <dsp:cNvPr id="0" name=""/>
        <dsp:cNvSpPr/>
      </dsp:nvSpPr>
      <dsp:spPr>
        <a:xfrm>
          <a:off x="8456657" y="2307029"/>
          <a:ext cx="2370489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kern="1200" dirty="0"/>
            <a:t>Enhance customers satisfaction with faster , more reliable services </a:t>
          </a:r>
          <a:endParaRPr lang="en-US" sz="1800" kern="1200" dirty="0"/>
        </a:p>
      </dsp:txBody>
      <dsp:txXfrm>
        <a:off x="8456657" y="2307029"/>
        <a:ext cx="2370489" cy="101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5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79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8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6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4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18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08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62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15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4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32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0203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EBC2F-9FBA-A000-8E4E-80669BB7E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ZA" sz="5200"/>
              <a:t>La Lumiere Fine Dining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3F3B9F-88A8-4681-8AA4-4BCCF182C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pPr algn="l"/>
            <a:r>
              <a:rPr lang="en-ZA"/>
              <a:t>PRESENTED BY:</a:t>
            </a:r>
          </a:p>
        </p:txBody>
      </p:sp>
      <p:pic>
        <p:nvPicPr>
          <p:cNvPr id="31" name="Graphic 30" descr="Fork and knife">
            <a:extLst>
              <a:ext uri="{FF2B5EF4-FFF2-40B4-BE49-F238E27FC236}">
                <a16:creationId xmlns:a16="http://schemas.microsoft.com/office/drawing/2014/main" id="{9A1DDA9A-7052-74A5-F1C0-94346FA27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33" name="Graphic 32" descr="Fork and knife">
            <a:extLst>
              <a:ext uri="{FF2B5EF4-FFF2-40B4-BE49-F238E27FC236}">
                <a16:creationId xmlns:a16="http://schemas.microsoft.com/office/drawing/2014/main" id="{F33F7E73-7F9E-4BC1-85FB-BA46A5C00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01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ine glasses on a table">
            <a:extLst>
              <a:ext uri="{FF2B5EF4-FFF2-40B4-BE49-F238E27FC236}">
                <a16:creationId xmlns:a16="http://schemas.microsoft.com/office/drawing/2014/main" id="{C72D166C-0C24-C893-ECDA-BA538282D1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4" r="-1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3D6993-E6B6-8302-E3FC-5EDB0602C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ZA" sz="4000"/>
              <a:t>La Lumiere Fine Dining Overviews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F8217-5CC4-AF5C-A1A0-96AC4EACB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ZA" sz="2000" dirty="0">
                <a:latin typeface="Aparajita" panose="02020603050405020304" pitchFamily="18" charset="0"/>
                <a:cs typeface="Aparajita" panose="02020603050405020304" pitchFamily="18" charset="0"/>
              </a:rPr>
              <a:t>La Lumiere fine Dining offers a luxurious and contemporary dining experience blending French culinary artistry  with South African influences. The restaurants features a multi-course tasting menu, seasonal ingredients, and an award-winning wine selection .</a:t>
            </a:r>
          </a:p>
        </p:txBody>
      </p:sp>
    </p:spTree>
    <p:extLst>
      <p:ext uri="{BB962C8B-B14F-4D97-AF65-F5344CB8AC3E}">
        <p14:creationId xmlns:p14="http://schemas.microsoft.com/office/powerpoint/2010/main" val="1068089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A36E7-8A83-D869-AF1E-2B4C6A384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La Lumiere Fine Dining Challenges</a:t>
            </a:r>
            <a:endParaRPr lang="en-ZA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E2C481-929D-01A9-4E92-6E2A1946E1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445021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673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3BD5D-1667-4452-EF6E-85A83FC2B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363" y="1671569"/>
            <a:ext cx="5801917" cy="2228760"/>
          </a:xfrm>
        </p:spPr>
        <p:txBody>
          <a:bodyPr anchor="b">
            <a:normAutofit/>
          </a:bodyPr>
          <a:lstStyle/>
          <a:p>
            <a:r>
              <a:rPr lang="en-ZA" sz="4000"/>
              <a:t>AWS services </a:t>
            </a:r>
          </a:p>
        </p:txBody>
      </p:sp>
      <p:pic>
        <p:nvPicPr>
          <p:cNvPr id="29" name="Graphic 28" descr="Syncing Cloud">
            <a:extLst>
              <a:ext uri="{FF2B5EF4-FFF2-40B4-BE49-F238E27FC236}">
                <a16:creationId xmlns:a16="http://schemas.microsoft.com/office/drawing/2014/main" id="{11FA31A3-09E3-A983-75B0-4DF5970BE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B9079-D2C7-C089-6331-2170BF060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364" y="4072044"/>
            <a:ext cx="5801917" cy="2057045"/>
          </a:xfrm>
        </p:spPr>
        <p:txBody>
          <a:bodyPr>
            <a:normAutofit/>
          </a:bodyPr>
          <a:lstStyle/>
          <a:p>
            <a:r>
              <a:rPr lang="en-ZA" sz="2000"/>
              <a:t>Amazon S3 ( Simple Storage Services)</a:t>
            </a:r>
          </a:p>
          <a:p>
            <a:endParaRPr lang="en-ZA" sz="2000"/>
          </a:p>
        </p:txBody>
      </p:sp>
      <p:pic>
        <p:nvPicPr>
          <p:cNvPr id="30" name="Graphic 29" descr="Syncing Cloud">
            <a:extLst>
              <a:ext uri="{FF2B5EF4-FFF2-40B4-BE49-F238E27FC236}">
                <a16:creationId xmlns:a16="http://schemas.microsoft.com/office/drawing/2014/main" id="{5C2A58F1-0EA1-4F4B-A5C1-038C0D1A0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184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1BBB9F-416E-FC32-392A-AFA58043A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ZA" sz="8000" dirty="0"/>
              <a:t>Cost analysis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B000979C-FD3A-853A-42F2-CA81182CD6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164371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5777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F2268B-404F-70D0-3557-3E3F29CC9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ZA" sz="4000">
                <a:solidFill>
                  <a:srgbClr val="FFFFFF"/>
                </a:solidFill>
              </a:rPr>
              <a:t>Benefits of migrating to AWS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69BDD7B-33D7-778F-6FFE-E22D6A9659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425361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9749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FFD96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296</TotalTime>
  <Words>129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Aparajita</vt:lpstr>
      <vt:lpstr>Aptos</vt:lpstr>
      <vt:lpstr>Aptos Display</vt:lpstr>
      <vt:lpstr>Arial</vt:lpstr>
      <vt:lpstr>Office Theme</vt:lpstr>
      <vt:lpstr>La Lumiere Fine Dining</vt:lpstr>
      <vt:lpstr>La Lumiere Fine Dining Overviews</vt:lpstr>
      <vt:lpstr>La Lumiere Fine Dining Challenges</vt:lpstr>
      <vt:lpstr>AWS services </vt:lpstr>
      <vt:lpstr>Cost analysis</vt:lpstr>
      <vt:lpstr>Benefits of migrating to AWS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NOXOLO HADEBE</dc:creator>
  <cp:lastModifiedBy>NOXOLO HADEBE</cp:lastModifiedBy>
  <cp:revision>2</cp:revision>
  <dcterms:created xsi:type="dcterms:W3CDTF">2025-11-04T13:00:04Z</dcterms:created>
  <dcterms:modified xsi:type="dcterms:W3CDTF">2025-11-16T15:52:41Z</dcterms:modified>
</cp:coreProperties>
</file>